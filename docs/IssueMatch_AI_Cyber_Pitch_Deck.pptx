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SYSTEM CONFIG: STATIC TRUST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Trebuchet MS"/>
              </a:rPr>
              <a:t>IssueMatch</a:t>
            </a:r>
            <a:r>
              <a:rPr sz="4800" b="1">
                <a:solidFill>
                  <a:srgbClr val="EC4899"/>
                </a:solidFill>
                <a:latin typeface="Trebuchet MS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1D5DB"/>
                </a:solidFill>
                <a:latin typeface="Calibri"/>
              </a:rPr>
              <a:t>A zero-API local safety compiler modeling code dependencies and developer capabilities dynamically.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CA3AF"/>
                </a:solidFill>
                <a:latin typeface="Calibri"/>
              </a:rPr>
              <a:t>Unlike statistical LLM wrappers, IssueMatch runs entirely in-process on CPU to construct AST blast-radius graphs, parse test hierarchies, and audit outbound network traffic with live console assertions.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3840480" cy="13716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38BDF8"/>
                </a:solidFill>
                <a:latin typeface="Consola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00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EXTERNAL API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7451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100% network isolation via live decorator assertions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926080"/>
            <a:ext cx="3840480" cy="13716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1089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EC4899"/>
                </a:solidFill>
                <a:latin typeface="Consola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54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AST CORE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290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Fan-in, cyclomatic density, test proximity, git churn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480560"/>
            <a:ext cx="3840480" cy="13716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6634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59E0B"/>
                </a:solidFill>
                <a:latin typeface="Consolas"/>
              </a:rPr>
              <a:t>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709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INTEGRATION TESTS 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983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Verified locally with zero mocks in Pytest sandbox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4899"/>
                </a:solidFill>
                <a:latin typeface="Consolas"/>
              </a:rPr>
              <a:t>THE CORE OBSTACLES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Three barriers stopping day-one code commits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onsolas"/>
              </a:rPr>
              <a:t>01 / BLAST-RADIUS BLINDNESS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Trebuchet MS"/>
              </a:rPr>
              <a:t>Developers edit codebase functions without realizing the downstream dependency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56616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Symptom: A trivial type edit causes compilation failure or regressions in distant directories.
Root Cause: No call-graph analysis running locally in IDE pipelines before code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ACC15"/>
                </a:solidFill>
                <a:latin typeface="Consolas"/>
              </a:rPr>
              <a:t>02 / COGNITIVE COMPLEXITY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Trebuchet MS"/>
              </a:rPr>
              <a:t>Generic 'good first issue' labels fail to evaluate mathematical difficulty.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6616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Symptom: Beginners assign themselves to issues involving deep recursive loops and lock managers.
Root Cause: Labeling is human guesswork, completely unlinked to static AST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03 / BLACK-BOX LLM HALUCINATIONS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Trebuchet MS"/>
              </a:rPr>
              <a:t>Relying on external AI wrappers introduces privacy risk and false predictions.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56616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Symptom: Copilots suggest deprecated APIs, leaking source to external boundaries.
Root Cause: Models guess plausibility rather than computing syntactic correctness.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THE MARKET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Developer onboarding bottlenecks 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840480" cy="402336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Consolas"/>
              </a:rPr>
              <a:t>THE METRIC HALT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Onboarding friction isn't a tooling problem—it's a static transparency problem. As repos grow exponentially, documentation decays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Without local static proofs, developers spend their first two weeks guessing call-stacks rather than writing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011680"/>
            <a:ext cx="3291840" cy="192024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1945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8BDF8"/>
                </a:solidFill>
                <a:latin typeface="Consolas"/>
              </a:rPr>
              <a:t>100M+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CONTRIBUTORS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06324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Developers on GitHub navigation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011680"/>
            <a:ext cx="3291840" cy="192024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1945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C4899"/>
                </a:solidFill>
                <a:latin typeface="Consolas"/>
              </a:rPr>
              <a:t>28M+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PUBLIC REPOS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06324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Syntactic code complexity expanding daily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114800"/>
            <a:ext cx="3291840" cy="192024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42976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87171"/>
                </a:solidFill>
                <a:latin typeface="Consolas"/>
              </a:rPr>
              <a:t>70%+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PR ABANDONMENT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51663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First-time PRs dropped due to review gaps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114800"/>
            <a:ext cx="3291840" cy="192024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42976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59E0B"/>
                </a:solidFill>
                <a:latin typeface="Consolas"/>
              </a:rPr>
              <a:t>8.5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DEV CYCLE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51663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Calibri"/>
              </a:rPr>
              <a:t>Weekly average lost per developer on alignment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THE ENGINE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Three layers of local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645920" cy="91440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Consolas"/>
              </a:rPr>
              <a:t>PHASE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74519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tree-sitter AST Scoping  ·  </a:t>
            </a:r>
            <a:r>
              <a:rPr sz="1100" b="0">
                <a:solidFill>
                  <a:srgbClr val="9CA3AF"/>
                </a:solidFill>
                <a:latin typeface="Calibri"/>
              </a:rPr>
              <a:t>Verified Engine Component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Walks code trees locally to calculate function-level fan-in metrics, McCabe cyclomatic limits, and test proximity indices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11887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1645920" cy="91440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C4899"/>
                </a:solidFill>
                <a:latin typeface="Consolas"/>
              </a:rPr>
              <a:t>PHASE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33756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SBERT Vector Alignment  ·  </a:t>
            </a:r>
            <a:r>
              <a:rPr sz="1100" b="0">
                <a:solidFill>
                  <a:srgbClr val="9CA3AF"/>
                </a:solidFill>
                <a:latin typeface="Calibri"/>
              </a:rPr>
              <a:t>Verified Engine Component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Runs local sentence transformers in-process on CPU to project issue text against function docs, extracting overlapping TF-IDF terms.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728655" cy="11887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709160"/>
            <a:ext cx="1645920" cy="91440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onsolas"/>
              </a:rPr>
              <a:t>PHASE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80060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Interception Trust Log  ·  </a:t>
            </a:r>
            <a:r>
              <a:rPr sz="1100" b="0">
                <a:solidFill>
                  <a:srgbClr val="9CA3AF"/>
                </a:solidFill>
                <a:latin typeface="Calibri"/>
              </a:rPr>
              <a:t>Verified Engine Component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1D5DB"/>
                </a:solidFill>
                <a:latin typeface="Calibri"/>
              </a:rPr>
              <a:t>Audits client HTTP connections, shutting down sessions instantly if unverified domains other than api.github.com are contacted.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COMPILATION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Mathematical models parsing repository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4899"/>
                </a:solidFill>
                <a:latin typeface="Consolas"/>
              </a:rPr>
              <a:t>PIPELINE A: SOURCE CODE AST INTERPOLATION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7315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Git Blob Fetch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onsolas"/>
              </a:rPr>
              <a:t>depth:1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1010" y="2743200"/>
            <a:ext cx="12700" cy="289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664208" y="2999232"/>
            <a:ext cx="146304" cy="109728"/>
          </a:xfrm>
          <a:prstGeom prst="triangl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011680" cy="7315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186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tree-sitter Parse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onsolas"/>
              </a:rPr>
              <a:t>grammar trees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1010" y="3840480"/>
            <a:ext cx="12700" cy="289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1664208" y="4096512"/>
            <a:ext cx="146304" cy="109728"/>
          </a:xfrm>
          <a:prstGeom prst="triangl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2011680" cy="7315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Call Graph Scope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onsolas"/>
              </a:rPr>
              <a:t>fan-in / fan-out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011680"/>
            <a:ext cx="3017520" cy="329184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194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BLAST RADIUS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517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4899"/>
                </a:solidFill>
                <a:latin typeface="Consolas"/>
              </a:rPr>
              <a:t>B_R = 0.35(Fan_In) + 0.30(CC) +
      0.20(Test_Prox) + 0.15(Churn)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6616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Defines the regression risk of modifying a scope. High fan-in functions with low test proximity scale the Blast Radius index to critical states.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463040"/>
            <a:ext cx="12700" cy="39319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4630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PIPELINE B: NATURAL LANGUAGE SKILL EXTRACTION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011680"/>
            <a:ext cx="2011680" cy="7315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12140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NLP Tokenization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onsolas"/>
              </a:rPr>
              <a:t>spaCy dependency trees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1729" y="2743200"/>
            <a:ext cx="12700" cy="289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7424927" y="2999232"/>
            <a:ext cx="146304" cy="109728"/>
          </a:xfrm>
          <a:prstGeom prst="triangl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3108960"/>
            <a:ext cx="2011680" cy="7315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2186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Local SBERT Embed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onsolas"/>
              </a:rPr>
              <a:t>all-MiniLM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1729" y="3840480"/>
            <a:ext cx="12700" cy="289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7424927" y="4096512"/>
            <a:ext cx="146304" cy="109728"/>
          </a:xfrm>
          <a:prstGeom prst="triangl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206240"/>
            <a:ext cx="2011680" cy="7315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3159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Cosine Projection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onsolas"/>
              </a:rPr>
              <a:t>skill matrix matching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2011680"/>
            <a:ext cx="2651760" cy="329184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2194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4899"/>
                </a:solidFill>
                <a:latin typeface="Consolas"/>
              </a:rPr>
              <a:t>READINESS RATING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6517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R_C = Cos(S, I) * (1 - B_R)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566160"/>
            <a:ext cx="22860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1D5DB"/>
                </a:solidFill>
                <a:latin typeface="Calibri"/>
              </a:rPr>
              <a:t>Computes the likelihood of a successful day-one commit by scaling semantic skill alignment inversely against the code block's target complexity.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62356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DE80"/>
                </a:solidFill>
                <a:latin typeface="Consolas"/>
              </a:rPr>
              <a:t>MATHEMATICAL PROOF LOG:  </a:t>
            </a:r>
            <a:r>
              <a:rPr sz="1250" b="0">
                <a:solidFill>
                  <a:srgbClr val="D1D5DB"/>
                </a:solidFill>
                <a:latin typeface="Calibri"/>
              </a:rPr>
              <a:t>Every rating output is mathematically traceable to file dependencies. Hallucination is programmatically impossible because no generative neural network is used to guess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Optimized for memory containment and offline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8288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VITE &amp; REACT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Consolas"/>
              </a:rPr>
              <a:t>UI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1D5DB"/>
                </a:solidFill>
                <a:latin typeface="Calibri"/>
              </a:rPr>
              <a:t>Renders radial dependency trees and file blast maps using lightweight SVG connectors.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8288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FASTAPI &amp;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4899"/>
                </a:solidFill>
                <a:latin typeface="Consolas"/>
              </a:rPr>
              <a:t>Analysis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1D5DB"/>
                </a:solidFill>
                <a:latin typeface="Calibri"/>
              </a:rPr>
              <a:t>Asynchronous network layer handling local AST parse calls and Redis caching queues.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212080" cy="18288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POSTGRES &amp;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Data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1D5DB"/>
                </a:solidFill>
                <a:latin typeface="Calibri"/>
              </a:rPr>
              <a:t>Postgres tracks user skills; Redis caches compiled repository profiles with a 1-hour TTL.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212080" cy="182880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TREE-SITTER &amp; SBERT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DE80"/>
                </a:solidFill>
                <a:latin typeface="Consolas"/>
              </a:rPr>
              <a:t>Parsing Kernels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177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1D5DB"/>
                </a:solidFill>
                <a:latin typeface="Calibri"/>
              </a:rPr>
              <a:t>Multi-language grammar trees compiled in Rust; MiniLM vector matching running offline on CPU.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Consolas"/>
              </a:rPr>
              <a:t>DOCKER PACKAGING NOTE: Local transformers and dependency libraries are bundled directly into the container image, eliminating bootstrap delays.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4899"/>
                </a:solidFill>
                <a:latin typeface="Consolas"/>
              </a:rPr>
              <a:t>SYSTEM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Real-time parsing of pallets/itsdangerous @ 4f2e1a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5050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6576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Consolas"/>
              </a:rPr>
              <a:t>shell  ·  bash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1773936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20640" y="1773936"/>
            <a:ext cx="91440" cy="91440"/>
          </a:xfrm>
          <a:prstGeom prst="ellipse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59" y="1773936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8BDF8"/>
                </a:solidFill>
                <a:latin typeface="Consolas"/>
              </a:rPr>
              <a:t>$ issuematch analyze pallets/itsdangerous --commit 4f2e1a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onsolas"/>
              </a:rPr>
              <a:t>[INFO] Cloning repository structure into memory buffer...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onsolas"/>
              </a:rPr>
              <a:t>[INFO] Parsing 142 Python source files using tree-sitter...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</a:rPr>
              <a:t>[INFO] Mapped 892 distinct function scopes.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4ADE80"/>
                </a:solidFill>
                <a:latin typeface="Consolas"/>
              </a:rPr>
              <a:t>[SUCCESS] 42 'Start Here' landmarks identified (BR &lt; 0.20)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FACC15"/>
                </a:solidFill>
                <a:latin typeface="Consolas"/>
              </a:rPr>
              <a:t>[WARN] 118 high-risk functions marked 'Here Be Dragons'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950" b="0">
                <a:solidFill>
                  <a:srgbClr val="38BDF8"/>
                </a:solidFill>
                <a:latin typeface="Consolas"/>
              </a:rPr>
              <a:t>$ issuematch compare --issue 421 --dev 'somil71'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D1D5DB"/>
                </a:solidFill>
                <a:latin typeface="Consolas"/>
              </a:rPr>
              <a:t>&gt;&gt; Cosine Alignment: 0.93 (high skill overlap)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D1D5DB"/>
                </a:solidFill>
                <a:latin typeface="Consolas"/>
              </a:rPr>
              <a:t>&gt;&gt; Target Scope Risk: 0.12 (low blast radius)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4ADE80"/>
                </a:solidFill>
                <a:latin typeface="Consolas"/>
              </a:rPr>
              <a:t>&gt;&gt; Readiness rating: 93% (Recommended to proceed)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ISSUE-MATCH TRUST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377440"/>
            <a:ext cx="4663440" cy="100584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8BDF8"/>
                </a:solidFill>
                <a:latin typeface="Consolas"/>
              </a:rPr>
              <a:t>AUDIT SIGNAL: NETWORK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onsolas"/>
              </a:rPr>
              <a:t>HTTP INTERCEPT STATE: </a:t>
            </a:r>
            <a:r>
              <a:rPr sz="900" b="1">
                <a:solidFill>
                  <a:srgbClr val="4ADE80"/>
                </a:solidFill>
                <a:latin typeface="Consolas"/>
              </a:rPr>
              <a:t>ENFORCED ISOLATION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CA3AF"/>
                </a:solidFill>
                <a:latin typeface="Consolas"/>
              </a:rPr>
              <a:t>09:42:01  GET  https://api.github.com/repos/pallets/itsdangerous  --&gt;  200 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566160"/>
            <a:ext cx="4663440" cy="100584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11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0332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C4899"/>
                </a:solidFill>
                <a:latin typeface="Consolas"/>
              </a:rPr>
              <a:t>DASHBOARD WIDGETS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77639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1D5DB"/>
                </a:solidFill>
                <a:latin typeface="Consolas"/>
              </a:rPr>
              <a:t>Serializer.dumps: 142 callers mapped
JSONWebSignatureSerializer.dumps: 89 callers mapped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54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Real computed ratings running on localhost -- no external API dependencies.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THE CORE AXIOMS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Deterministic alignment beats generative guessing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50592" cy="34747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Falsifiable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1D5DB"/>
                </a:solidFill>
                <a:latin typeface="Calibri"/>
              </a:rPr>
              <a:t>A live Trust Panel verifies zero external API calls in real time. Outbound calls to any domain other than api.github.com halt execution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450592" cy="34747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1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C4899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Scope Blast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1D5DB"/>
                </a:solidFill>
                <a:latin typeface="Calibri"/>
              </a:rPr>
              <a:t>Calculates cyclomatic complexity and cross-file references, helping maintainers block high-risk PR changes before merge.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28800"/>
            <a:ext cx="2450592" cy="34747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Auto-Draft Playbooks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1D5DB"/>
                </a:solidFill>
                <a:latin typeface="Calibri"/>
              </a:rPr>
              <a:t>Creates targeted contributor onboarding playbooks using actual repo test hierarchies and past git commit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828800"/>
            <a:ext cx="2450592" cy="3474720"/>
          </a:xfrm>
          <a:prstGeom prst="roundRect">
            <a:avLst/>
          </a:prstGeom>
          <a:solidFill>
            <a:srgbClr val="111622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ADE80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rebuchet MS"/>
              </a:rPr>
              <a:t>CPU-Native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1D5DB"/>
                </a:solidFill>
                <a:latin typeface="Calibri"/>
              </a:rPr>
              <a:t>Embeddings and grammar parsers are bundled directly in the image, running locally on CPU with zero subscription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Trebuchet MS"/>
              </a:rPr>
              <a:t>IssueMatchAI  ·  Compilation is the ultimate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